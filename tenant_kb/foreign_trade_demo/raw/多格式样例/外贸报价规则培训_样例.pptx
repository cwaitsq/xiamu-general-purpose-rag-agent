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外贸报价规则培训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报价前先确认规格、数量、贸易条款</a:t>
            </a:r>
          </a:p>
          <a:p>
            <a:r>
              <a:t>标准报价默认不含运费</a:t>
            </a:r>
          </a:p>
          <a:p>
            <a:r>
              <a:t>常用条款：EXW / FOB / CIF / DDP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付款与交期提醒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付款方式：T/T</a:t>
            </a:r>
          </a:p>
          <a:p>
            <a:r>
              <a:t>样品单一般先全款</a:t>
            </a:r>
          </a:p>
          <a:p>
            <a:r>
              <a:t>大货单通常先付定金后排产</a:t>
            </a:r>
          </a:p>
          <a:p>
            <a:r>
              <a:t>交期按排产和数量确认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